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Cost Optimization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Initiative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Right-Sizing  •  Spot Instances &amp; Savings Plans  •  S3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Analysis Document  |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572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John  |  Hyderabad,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Initiative 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86868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41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Right-Sizing EC2 Resources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over-provisioned instances, leverage Compute Optimizer, and achieve 20-50% savings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8745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476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Instances &amp; Savings Plans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discounts up to 90% for fault-tolerant workloads and commit for steady savings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803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Storage Optimization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Lifecycle Policies to move data to cost-effective classes and reduce storage costs by 50-80%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8862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Business Impact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case, implementation roadmap, and measurable ROI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Cost Optimization Learning Initiative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RIGHT-SIZING EC2 RESOURCES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Optimize Over-Provisioned Instances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EC2 instances are over-provisioned (low CPU/memory utilization &lt;30%)
</a:t>
            </a:r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Paying for unused capacity leads to 30-60% wasted spend
</a:t>
            </a:r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analysis is time-consuming and error-prone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64008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 &amp;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0058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Compute Optimizer (ML-powered recommendations)
</a:t>
            </a:r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Amazon CloudWatch (detailed metrics &amp; alarms)
</a:t>
            </a:r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Trusted Advisor &amp; Cost Explorer
</a:t>
            </a:r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Compute Optimizer Rightsizing Preferences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APPROACH &amp; EXPECTED SAVINGS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(7-32 days)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CPU, Memory, Network, EBS utilization. Use P95/P99 thresholds with headroom settings.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520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Downsize instance type/family. Migrate to Graviton (20-40% better price/performance). Use Spot where possible.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Example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3520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m5.xlarge (low util) → c6g.large or m7g.medium: 35-55% cost reduction with minimal risk.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Cost Optimization Learning Initiative  |  Confidential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INSTANCES &amp; SAVINGS PLANS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Discounts for Different Workload Types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3E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31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INSTANCES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90% discount vs On-Demand. Ideal for fault-tolerant, interruptible workloads (batch, CI/CD, data processing, stateless apps). Use with Auto Scaling, Spot Fleet, or ECS/EKS.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6400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731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PLANS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960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1 or 3 years usage (Compute or EC2). Up to 72% savings. Highly flexible across instance families, sizes, regions, OS. Best for steady-state production workloads.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 COMPARISON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841248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645920"/>
                <a:gridCol w="19202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Flexibility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Unpredictable / Critical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90%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(interruptible)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Batch, Dev/Test, Fault-tolerant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 Plans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or 3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(Compute SP)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Steady production workloads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Reserved Instances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75%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or 3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(specific)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Predictable, specific configs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36576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Cost Optimization Learning Initiative  | 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STORAGE OPTIMIZATION &amp; 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Storage Costs for Logs, Backups &amp; Archives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Organizations store logs, backups, and old data in S3 Standard indefinitely, paying premium ~$0.023/GB/mo for infrequently accessed data.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CLASS COMPARISON (US-East-1 approx. pricing)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463040"/>
                <a:gridCol w="1280160"/>
                <a:gridCol w="2377440"/>
              </a:tblGrid>
              <a:tr h="2612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Class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Price/GB/mo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Latency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Duration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Ideal Use Case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Standard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Milliseconds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Frequent access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Intelligent-Tiering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$0.023 / $0.0125*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Milliseconds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Unknown/changing patterns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Standard-IA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$0.0125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Milliseconds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Infrequent (monthly)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Glacier Instant Retrieval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Milliseconds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 access, fast restore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Glacier Flexible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~$0.0036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Minutes-Hours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Archival, occasional restore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Glacier Deep Archive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~$0.00099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 days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43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compliance/archive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474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Intelligent-Tiering has Frequent Access tier at Standard price + monitoring fee; moves automatically to Infrequent/Archive tiers.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65760" y="3749040"/>
            <a:ext cx="84124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38221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LIFECYCLE POLICY (Logs &amp; Backups)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0-30: S3 Standard  →  Days 31-90: Standard-IA  →  Days 91-365: Glacier Instant Retrieval  →  After 1 year: Glacier Deep Archive or Expire. Use prefix filters (logs/, backups/, archive/). Enable with S3 Lifecycle configuration in console or IaC (CDK/Terraform/CloudFormation).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Cost Optimization Learning Initiative  | 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REAL-WORLD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&amp; Proven Results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8412480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731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Right-Sizing:
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Compute Optimizer + set preferences (Balanced)
• Review recommendations weekly; start with non-prod
• Combine with Graviton migration for extra 20-40%
</a:t>
            </a:r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&amp; Savings Plans:
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Spot for 30-50% of fault-tolerant capacity
• Apply Savings Plans to baseline steady usage first
• Monitor Spot interruption rates (&lt;5% ideal)
</a:t>
            </a:r>
            <a:pPr indent="0" marL="0">
              <a:buNone/>
            </a:pPr>
            <a:r>
              <a:rPr lang="en-US" sz="1000" b="1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Optimization:
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Apply Lifecycle to all buckets with cold data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Intelligent-Tiering for unpredictable access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S3 Storage Lens for visibility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64008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731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9601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SaaS company (Hyderabad-based, ~$180K monthly AWS bill)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in 8 weeks: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Right-sized 120 EC2 instances → 38% EC2 savings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Adopted Spot for batch jobs &amp; CI (42% of compute)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Applied S3 Lifecycle to 850TB logs/backups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after 3 months: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monthly savings: $72,000 (40% reduction)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Payback period on effort: &lt; 1 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Improved resource efficiency &amp; sustainability score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54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optimizations require minimal code changes, use native AWS tools (mostly free), and deliver rapid ROI. Start with Compute Optimizer + S3 Lifecycle for quick wins, then layer Savings Plans and Spot for deeper savings. Typical organization achieves 25-45% overall cloud cost reduction within 3-6 months.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Cost Optimization Learning Initiative  | 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EXPECTED BUSINESS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1B26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Required?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costs growing 20-30% YoY. Over-provisioning and wrong pricing models waste 30-50% of spend. Optimization directly improves margins and competitiveness.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1B263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Implemented?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280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AWS Compute Optimizer, Cost Explorer, S3 Lifecycle + Savings Plans/Spot. Phased approach: Assess (2 wks) → Pilot non-prod (4 wks) → Production rollout. Minimal disruption.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1B263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280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25-45% cost reduction typical. Faster innovation with freed budget. Better sustainability (lower carbon footprint). Improved FinOps culture and accountability.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56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 SAVINGS (Mid-size org, $2M annual AWS spend)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Right-Sizing: $180K–$300K   |   Spot + Savings Plans: $250K–$450K   |   S3 Lifecycle: $80K–$150K   →   Total: $510K – $900K / year (25–45% reduction)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1. Enable Compute Optimizer &amp; review recommendations  2. Audit S3 buckets for Lifecycle opportunities  3. Analyze workload suitability for Spot/Savings Plans  4. Set up weekly cost review cadence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A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 implementation for your workloads.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Cost Optimization Learning Initiative</dc:title>
  <dc:subject>Right-Sizing, Spot &amp; Savings Plans, S3 Optimization</dc:subject>
  <dc:creator>John - AWS Cost Optimization Team</dc:creator>
  <cp:lastModifiedBy>John - AWS Cost Optimization Team</cp:lastModifiedBy>
  <cp:revision>1</cp:revision>
  <dcterms:created xsi:type="dcterms:W3CDTF">2026-06-18T08:25:30Z</dcterms:created>
  <dcterms:modified xsi:type="dcterms:W3CDTF">2026-06-18T08:25:30Z</dcterms:modified>
</cp:coreProperties>
</file>